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Заголовок слайда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Список из одного пункта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Пункт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Разнобой шрифтов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latin typeface="Arial"/>
              </a:defRPr>
            </a:pPr>
            <a:r>
              <a:t>Текст шрифт Arial</a:t>
            </a:r>
          </a:p>
          <a:p>
            <a:pPr>
              <a:defRPr>
                <a:latin typeface="Calibri"/>
              </a:defRPr>
            </a:pPr>
            <a:r>
              <a:t>Текст шрифт Calibri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